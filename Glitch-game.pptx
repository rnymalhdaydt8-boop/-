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62" r:id="rId2"/>
    <p:sldId id="256" r:id="rId3"/>
    <p:sldId id="257" r:id="rId4"/>
    <p:sldId id="258" r:id="rId5"/>
    <p:sldId id="259"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9" d="100"/>
          <a:sy n="89" d="100"/>
        </p:scale>
        <p:origin x="-403" y="-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967395-763A-49B6-B5DD-637AF1FCD7ED}" type="datetimeFigureOut">
              <a:rPr lang="en-US" smtClean="0"/>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CFEE53-3702-4311-907E-B580BFF3EC8F}" type="slidenum">
              <a:rPr lang="en-US" smtClean="0"/>
              <a:t>‹#›</a:t>
            </a:fld>
            <a:endParaRPr lang="en-US"/>
          </a:p>
        </p:txBody>
      </p:sp>
    </p:spTree>
    <p:extLst>
      <p:ext uri="{BB962C8B-B14F-4D97-AF65-F5344CB8AC3E}">
        <p14:creationId xmlns:p14="http://schemas.microsoft.com/office/powerpoint/2010/main" val="319447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CFEE53-3702-4311-907E-B580BFF3EC8F}" type="slidenum">
              <a:rPr lang="en-US" smtClean="0"/>
              <a:t>2</a:t>
            </a:fld>
            <a:endParaRPr lang="en-US"/>
          </a:p>
        </p:txBody>
      </p:sp>
    </p:spTree>
    <p:extLst>
      <p:ext uri="{BB962C8B-B14F-4D97-AF65-F5344CB8AC3E}">
        <p14:creationId xmlns:p14="http://schemas.microsoft.com/office/powerpoint/2010/main" val="150960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ar-SA" smtClean="0"/>
              <a:t>انقر لتحرير نمط العنوان الرئيسي</a:t>
            </a:r>
            <a:endParaRPr kumimoji="0" lang="en-US"/>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ar-SA" smtClean="0"/>
              <a:t>انقر لتحرير نمط العنوان الثانوي الرئيسي</a:t>
            </a:r>
            <a:endParaRPr kumimoji="0" lang="en-US"/>
          </a:p>
        </p:txBody>
      </p:sp>
      <p:sp>
        <p:nvSpPr>
          <p:cNvPr id="30" name="Date Placeholder 29"/>
          <p:cNvSpPr>
            <a:spLocks noGrp="1"/>
          </p:cNvSpPr>
          <p:nvPr>
            <p:ph type="dt" sz="half" idx="10"/>
          </p:nvPr>
        </p:nvSpPr>
        <p:spPr/>
        <p:txBody>
          <a:bodyPr/>
          <a:lstStyle/>
          <a:p>
            <a:fld id="{234B9274-ECC0-4185-B71F-B6C7EEB3CDA4}" type="datetimeFigureOut">
              <a:rPr lang="en-US" smtClean="0"/>
              <a:t>11/14/2025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20517B47-0C86-423D-9F2B-92467FC181B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ar-SA" smtClean="0"/>
              <a:t>انقر لتحرير نمط العنوان الرئيسي</a:t>
            </a:r>
            <a:endParaRPr kumimoji="0" lang="en-US"/>
          </a:p>
        </p:txBody>
      </p:sp>
      <p:sp>
        <p:nvSpPr>
          <p:cNvPr id="3" name="Content Placeholder 2"/>
          <p:cNvSpPr>
            <a:spLocks noGrp="1"/>
          </p:cNvSpPr>
          <p:nvPr>
            <p:ph idx="1"/>
          </p:nvPr>
        </p:nvSpPr>
        <p:spPr/>
        <p:txBody>
          <a:body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4" name="Date Placeholder 3"/>
          <p:cNvSpPr>
            <a:spLocks noGrp="1"/>
          </p:cNvSpPr>
          <p:nvPr>
            <p:ph type="dt" sz="half" idx="10"/>
          </p:nvPr>
        </p:nvSpPr>
        <p:spPr/>
        <p:txBody>
          <a:bodyPr/>
          <a:lstStyle/>
          <a:p>
            <a:fld id="{234B9274-ECC0-4185-B71F-B6C7EEB3CDA4}"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17B47-0C86-423D-9F2B-92467FC181B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ar-SA" smtClean="0"/>
              <a:t>انقر لتحرير نمط العنوان الرئيسي</a:t>
            </a:r>
            <a:endParaRPr kumimoji="0" lang="en-US"/>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ar-SA" smtClean="0"/>
              <a:t>انقر لتحرير أنماط النص الرئيسي</a:t>
            </a:r>
          </a:p>
        </p:txBody>
      </p:sp>
      <p:sp>
        <p:nvSpPr>
          <p:cNvPr id="4" name="Date Placeholder 3"/>
          <p:cNvSpPr>
            <a:spLocks noGrp="1"/>
          </p:cNvSpPr>
          <p:nvPr>
            <p:ph type="dt" sz="half" idx="10"/>
          </p:nvPr>
        </p:nvSpPr>
        <p:spPr/>
        <p:txBody>
          <a:bodyPr/>
          <a:lstStyle/>
          <a:p>
            <a:fld id="{234B9274-ECC0-4185-B71F-B6C7EEB3CDA4}"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17B47-0C86-423D-9F2B-92467FC181B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ar-SA" smtClean="0"/>
              <a:t>انقر لتحرير نمط العنوان الرئيسي</a:t>
            </a:r>
            <a:endParaRPr kumimoji="0" lang="en-US"/>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5" name="Date Placeholder 4"/>
          <p:cNvSpPr>
            <a:spLocks noGrp="1"/>
          </p:cNvSpPr>
          <p:nvPr>
            <p:ph type="dt" sz="half" idx="10"/>
          </p:nvPr>
        </p:nvSpPr>
        <p:spPr/>
        <p:txBody>
          <a:bodyPr/>
          <a:lstStyle/>
          <a:p>
            <a:fld id="{234B9274-ECC0-4185-B71F-B6C7EEB3CDA4}" type="datetimeFigureOut">
              <a:rPr lang="en-US" smtClean="0"/>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517B47-0C86-423D-9F2B-92467FC181B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ar-SA" smtClean="0"/>
              <a:t>انقر لتحرير نمط العنوان الرئيسي</a:t>
            </a:r>
            <a:endParaRPr kumimoji="0" lang="en-US"/>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ar-SA" smtClean="0"/>
              <a:t>انقر لتحرير أنماط النص الرئيسي</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ar-SA" smtClean="0"/>
              <a:t>انقر لتحرير أنماط النص الرئيسي</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7" name="Date Placeholder 6"/>
          <p:cNvSpPr>
            <a:spLocks noGrp="1"/>
          </p:cNvSpPr>
          <p:nvPr>
            <p:ph type="dt" sz="half" idx="10"/>
          </p:nvPr>
        </p:nvSpPr>
        <p:spPr/>
        <p:txBody>
          <a:bodyPr/>
          <a:lstStyle/>
          <a:p>
            <a:fld id="{234B9274-ECC0-4185-B71F-B6C7EEB3CDA4}" type="datetimeFigureOut">
              <a:rPr lang="en-US" smtClean="0"/>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517B47-0C86-423D-9F2B-92467FC181B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ar-SA" smtClean="0"/>
              <a:t>انقر لتحرير نمط العنوان الرئيسي</a:t>
            </a:r>
            <a:endParaRPr kumimoji="0" lang="en-US"/>
          </a:p>
        </p:txBody>
      </p:sp>
      <p:sp>
        <p:nvSpPr>
          <p:cNvPr id="3" name="Date Placeholder 2"/>
          <p:cNvSpPr>
            <a:spLocks noGrp="1"/>
          </p:cNvSpPr>
          <p:nvPr>
            <p:ph type="dt" sz="half" idx="10"/>
          </p:nvPr>
        </p:nvSpPr>
        <p:spPr/>
        <p:txBody>
          <a:bodyPr/>
          <a:lstStyle/>
          <a:p>
            <a:fld id="{234B9274-ECC0-4185-B71F-B6C7EEB3CDA4}" type="datetimeFigureOut">
              <a:rPr lang="en-US" smtClean="0"/>
              <a:t>11/14/2025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517B47-0C86-423D-9F2B-92467FC181B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4B9274-ECC0-4185-B71F-B6C7EEB3CDA4}" type="datetimeFigureOut">
              <a:rPr lang="en-US" smtClean="0"/>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517B47-0C86-423D-9F2B-92467FC181B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ar-SA" smtClean="0"/>
              <a:t>انقر لتحرير نمط العنوان الرئيسي</a:t>
            </a:r>
            <a:endParaRPr kumimoji="0" lang="en-US"/>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ar-SA" smtClean="0"/>
              <a:t>انقر لتحرير أنماط النص الرئيسي</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5" name="Date Placeholder 4"/>
          <p:cNvSpPr>
            <a:spLocks noGrp="1"/>
          </p:cNvSpPr>
          <p:nvPr>
            <p:ph type="dt" sz="half" idx="10"/>
          </p:nvPr>
        </p:nvSpPr>
        <p:spPr/>
        <p:txBody>
          <a:bodyPr/>
          <a:lstStyle/>
          <a:p>
            <a:fld id="{234B9274-ECC0-4185-B71F-B6C7EEB3CDA4}" type="datetimeFigureOut">
              <a:rPr lang="en-US" smtClean="0"/>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517B47-0C86-423D-9F2B-92467FC181B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صورة ذو تسمية توضيحية">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ar-SA" smtClean="0"/>
              <a:t>انقر لتحرير نمط العنوان الرئيسي</a:t>
            </a:r>
            <a:endParaRPr kumimoji="0" lang="en-US"/>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ar-SA" smtClean="0"/>
              <a:t>انقر لتحرير أنماط النص الرئيسي</a:t>
            </a:r>
          </a:p>
        </p:txBody>
      </p:sp>
      <p:sp>
        <p:nvSpPr>
          <p:cNvPr id="5" name="Date Placeholder 4"/>
          <p:cNvSpPr>
            <a:spLocks noGrp="1"/>
          </p:cNvSpPr>
          <p:nvPr>
            <p:ph type="dt" sz="half" idx="10"/>
          </p:nvPr>
        </p:nvSpPr>
        <p:spPr/>
        <p:txBody>
          <a:bodyPr/>
          <a:lstStyle/>
          <a:p>
            <a:fld id="{234B9274-ECC0-4185-B71F-B6C7EEB3CDA4}" type="datetimeFigureOut">
              <a:rPr lang="en-US" smtClean="0"/>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69600" y="6356351"/>
            <a:ext cx="812800" cy="365125"/>
          </a:xfrm>
        </p:spPr>
        <p:txBody>
          <a:bodyPr/>
          <a:lstStyle/>
          <a:p>
            <a:fld id="{20517B47-0C86-423D-9F2B-92467FC181BB}" type="slidenum">
              <a:rPr lang="en-US" smtClean="0"/>
              <a:t>‹#›</a:t>
            </a:fld>
            <a:endParaRPr lang="en-US"/>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ar-SA" smtClean="0"/>
              <a:t>انقر فوق الأيقونة لإضافة صورة</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ar-SA" smtClean="0"/>
              <a:t>انقر لتحرير نمط العنوان الرئيسي</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4" name="Date Placeholder 3"/>
          <p:cNvSpPr>
            <a:spLocks noGrp="1"/>
          </p:cNvSpPr>
          <p:nvPr>
            <p:ph type="dt" sz="half" idx="10"/>
          </p:nvPr>
        </p:nvSpPr>
        <p:spPr/>
        <p:txBody>
          <a:bodyPr/>
          <a:lstStyle/>
          <a:p>
            <a:fld id="{234B9274-ECC0-4185-B71F-B6C7EEB3CDA4}"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17B47-0C86-423D-9F2B-92467FC181B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ar-SA" smtClean="0"/>
              <a:t>انقر لتحرير نمط العنوان الرئيسي</a:t>
            </a:r>
            <a:endParaRPr kumimoji="0" lang="en-US"/>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ar-SA" smtClean="0"/>
              <a:t>انقر لتحرير أنماط النص الرئيسي</a:t>
            </a:r>
          </a:p>
          <a:p>
            <a:pPr lvl="1" eaLnBrk="1" latinLnBrk="0" hangingPunct="1"/>
            <a:r>
              <a:rPr lang="ar-SA" smtClean="0"/>
              <a:t>المستوى الثاني</a:t>
            </a:r>
          </a:p>
          <a:p>
            <a:pPr lvl="2" eaLnBrk="1" latinLnBrk="0" hangingPunct="1"/>
            <a:r>
              <a:rPr lang="ar-SA" smtClean="0"/>
              <a:t>المستوى الثالث</a:t>
            </a:r>
          </a:p>
          <a:p>
            <a:pPr lvl="3" eaLnBrk="1" latinLnBrk="0" hangingPunct="1"/>
            <a:r>
              <a:rPr lang="ar-SA" smtClean="0"/>
              <a:t>المستوى الرابع</a:t>
            </a:r>
          </a:p>
          <a:p>
            <a:pPr lvl="4" eaLnBrk="1" latinLnBrk="0" hangingPunct="1"/>
            <a:r>
              <a:rPr lang="ar-SA" smtClean="0"/>
              <a:t>المستوى الخامس</a:t>
            </a:r>
            <a:endParaRPr kumimoji="0" lang="en-US"/>
          </a:p>
        </p:txBody>
      </p:sp>
      <p:sp>
        <p:nvSpPr>
          <p:cNvPr id="4" name="Date Placeholder 3"/>
          <p:cNvSpPr>
            <a:spLocks noGrp="1"/>
          </p:cNvSpPr>
          <p:nvPr>
            <p:ph type="dt" sz="half" idx="10"/>
          </p:nvPr>
        </p:nvSpPr>
        <p:spPr/>
        <p:txBody>
          <a:bodyPr/>
          <a:lstStyle/>
          <a:p>
            <a:fld id="{234B9274-ECC0-4185-B71F-B6C7EEB3CDA4}"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17B47-0C86-423D-9F2B-92467FC181B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ar-SA" smtClean="0"/>
              <a:t>انقر لتحرير نمط العنوان الرئيسي</a:t>
            </a:r>
            <a:endParaRPr kumimoji="0" lang="en-US"/>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ar-SA" smtClean="0"/>
              <a:t>انقر لتحرير أنماط النص الرئيسي</a:t>
            </a:r>
          </a:p>
          <a:p>
            <a:pPr lvl="1" eaLnBrk="1" latinLnBrk="0" hangingPunct="1"/>
            <a:r>
              <a:rPr kumimoji="0" lang="ar-SA" smtClean="0"/>
              <a:t>المستوى الثاني</a:t>
            </a:r>
          </a:p>
          <a:p>
            <a:pPr lvl="2" eaLnBrk="1" latinLnBrk="0" hangingPunct="1"/>
            <a:r>
              <a:rPr kumimoji="0" lang="ar-SA" smtClean="0"/>
              <a:t>المستوى الثالث</a:t>
            </a:r>
          </a:p>
          <a:p>
            <a:pPr lvl="3" eaLnBrk="1" latinLnBrk="0" hangingPunct="1"/>
            <a:r>
              <a:rPr kumimoji="0" lang="ar-SA" smtClean="0"/>
              <a:t>المستوى الرابع</a:t>
            </a:r>
          </a:p>
          <a:p>
            <a:pPr lvl="4" eaLnBrk="1" latinLnBrk="0" hangingPunct="1"/>
            <a:r>
              <a:rPr kumimoji="0" lang="ar-SA" smtClean="0"/>
              <a:t>المستوى الخامس</a:t>
            </a:r>
            <a:endParaRPr kumimoji="0" lang="en-US"/>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234B9274-ECC0-4185-B71F-B6C7EEB3CDA4}" type="datetimeFigureOut">
              <a:rPr lang="en-US" smtClean="0"/>
              <a:t>11/14/2025</a:t>
            </a:fld>
            <a:endParaRPr lang="en-US"/>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0517B47-0C86-423D-9F2B-92467FC181BB}" type="slidenum">
              <a:rPr lang="en-US" smtClean="0"/>
              <a:t>‹#›</a:t>
            </a:fld>
            <a:endParaRPr lang="en-US"/>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1"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r" rtl="1"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r" rtl="1"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r" rtl="1"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r" rtl="1"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r" rtl="1"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r" rtl="1"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r" rtl="1"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r" rtl="1"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r" rtl="1"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965533" y="811850"/>
            <a:ext cx="7836493" cy="2585323"/>
          </a:xfrm>
          <a:prstGeom prst="rect">
            <a:avLst/>
          </a:prstGeom>
          <a:noFill/>
        </p:spPr>
        <p:txBody>
          <a:bodyPr wrap="square" rtlCol="1">
            <a:spAutoFit/>
          </a:bodyPr>
          <a:lstStyle/>
          <a:p>
            <a:pPr algn="r"/>
            <a:r>
              <a:rPr lang="ar-JO" dirty="0"/>
              <a:t>أسماء الطالبات :-</a:t>
            </a:r>
          </a:p>
          <a:p>
            <a:pPr algn="r"/>
            <a:r>
              <a:rPr lang="ar-JO" dirty="0"/>
              <a:t>رنيم الحدايدة .</a:t>
            </a:r>
          </a:p>
          <a:p>
            <a:pPr algn="r"/>
            <a:r>
              <a:rPr lang="ar-JO" dirty="0"/>
              <a:t>ليان العايدي .</a:t>
            </a:r>
          </a:p>
          <a:p>
            <a:pPr algn="r"/>
            <a:r>
              <a:rPr lang="ar-JO" dirty="0"/>
              <a:t>نرمين دعاس .</a:t>
            </a:r>
          </a:p>
          <a:p>
            <a:pPr algn="r"/>
            <a:r>
              <a:rPr lang="ar-JO" dirty="0"/>
              <a:t>سحر </a:t>
            </a:r>
            <a:r>
              <a:rPr lang="ar-JO" dirty="0" err="1"/>
              <a:t>النصايره</a:t>
            </a:r>
            <a:r>
              <a:rPr lang="ar-JO" dirty="0"/>
              <a:t> . </a:t>
            </a:r>
          </a:p>
          <a:p>
            <a:pPr algn="r"/>
            <a:r>
              <a:rPr lang="ar-JO" dirty="0"/>
              <a:t>ملاك محمود .</a:t>
            </a:r>
          </a:p>
          <a:p>
            <a:pPr algn="r"/>
            <a:r>
              <a:rPr lang="ar-JO" dirty="0"/>
              <a:t>سيدال غسان .</a:t>
            </a:r>
          </a:p>
          <a:p>
            <a:pPr algn="r"/>
            <a:r>
              <a:rPr lang="ar-JO" dirty="0"/>
              <a:t>مدرسة :- رابعة العدوية الثانوية  </a:t>
            </a:r>
          </a:p>
          <a:p>
            <a:pPr algn="r"/>
            <a:r>
              <a:rPr lang="ar-JO" dirty="0" smtClean="0"/>
              <a:t>المعلمة : نسرين قنديل </a:t>
            </a:r>
            <a:endParaRPr lang="ar-JO" dirty="0"/>
          </a:p>
        </p:txBody>
      </p:sp>
    </p:spTree>
    <p:extLst>
      <p:ext uri="{BB962C8B-B14F-4D97-AF65-F5344CB8AC3E}">
        <p14:creationId xmlns:p14="http://schemas.microsoft.com/office/powerpoint/2010/main" val="1454712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71B2258F-86CA-4D4D-8270-BC05FCDEBFB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video game screen with a castle and mountains&#10;&#10;AI-generated content may be incorrect.">
            <a:extLst>
              <a:ext uri="{FF2B5EF4-FFF2-40B4-BE49-F238E27FC236}">
                <a16:creationId xmlns:a16="http://schemas.microsoft.com/office/drawing/2014/main" xmlns="" id="{E3FC4DBC-A414-4A89-DF1A-8F090EAB146A}"/>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l="445"/>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xmlns="" id="{CE4B3A43-B284-40A1-F56F-F157D6E48DBA}"/>
              </a:ext>
            </a:extLst>
          </p:cNvPr>
          <p:cNvSpPr>
            <a:spLocks noGrp="1"/>
          </p:cNvSpPr>
          <p:nvPr>
            <p:ph type="ctrTitle"/>
          </p:nvPr>
        </p:nvSpPr>
        <p:spPr>
          <a:xfrm>
            <a:off x="1524000" y="1122362"/>
            <a:ext cx="9144000" cy="2900518"/>
          </a:xfrm>
        </p:spPr>
        <p:txBody>
          <a:bodyPr>
            <a:normAutofit/>
          </a:bodyPr>
          <a:lstStyle/>
          <a:p>
            <a:endParaRPr lang="en-US" sz="2000" dirty="0">
              <a:solidFill>
                <a:srgbClr val="FFFFFF"/>
              </a:solidFill>
            </a:endParaRPr>
          </a:p>
        </p:txBody>
      </p:sp>
      <p:sp>
        <p:nvSpPr>
          <p:cNvPr id="3" name="Subtitle 2">
            <a:extLst>
              <a:ext uri="{FF2B5EF4-FFF2-40B4-BE49-F238E27FC236}">
                <a16:creationId xmlns:a16="http://schemas.microsoft.com/office/drawing/2014/main" xmlns="" id="{696A5823-08E4-8833-1381-BBB1A32BCCC9}"/>
              </a:ext>
            </a:extLst>
          </p:cNvPr>
          <p:cNvSpPr>
            <a:spLocks noGrp="1"/>
          </p:cNvSpPr>
          <p:nvPr>
            <p:ph type="subTitle" idx="1"/>
          </p:nvPr>
        </p:nvSpPr>
        <p:spPr>
          <a:xfrm>
            <a:off x="1523999" y="4022880"/>
            <a:ext cx="9805639" cy="2835120"/>
          </a:xfrm>
        </p:spPr>
        <p:txBody>
          <a:bodyPr>
            <a:normAutofit fontScale="92500"/>
          </a:bodyPr>
          <a:lstStyle/>
          <a:p>
            <a:r>
              <a:rPr lang="ar-SA" sz="2800" b="1" dirty="0"/>
              <a:t>الصورة بتعرض شاشة الترحيب الاساسية للعبة اسمها </a:t>
            </a:r>
            <a:r>
              <a:rPr lang="en-US" sz="2800" b="1" dirty="0"/>
              <a:t>glitch game </a:t>
            </a:r>
            <a:r>
              <a:rPr lang="ar-SA" sz="2800" b="1" dirty="0"/>
              <a:t>الاسم موجود بنص الشاشة فوق داخل شعار كبير لونه وردي وازرق وفيه تأثير </a:t>
            </a:r>
            <a:r>
              <a:rPr lang="en-US" sz="2800" b="1" dirty="0"/>
              <a:t>glitch </a:t>
            </a:r>
            <a:r>
              <a:rPr lang="ar-SA" sz="2800" b="1" dirty="0"/>
              <a:t>يعطي احساس انه اللعبة مليانة حركة واثارة كأنه في خلل او طاقة داخل الشعار وتحته ايقونة كنترولر صغيرة</a:t>
            </a:r>
          </a:p>
          <a:p>
            <a:r>
              <a:rPr lang="ar-SA" sz="2800" b="1" dirty="0"/>
              <a:t>الخلفية عبارة عن منظر خيالي واسع فيه جبال عالية لونها ازرق فاتح وسماء صافية مليانة غيوم ونهر او بحيرة ممتدة قدام المشهد وعلى اليمين في قلعة كبيرة ضخمة تصميمها يشبه القلاع القديمة فيها ابراج وساحات واعلام تتحرك بالهوى وتعطي جو مغامرات</a:t>
            </a:r>
          </a:p>
          <a:p>
            <a:endParaRPr lang="en-US" sz="2800" b="1" dirty="0">
              <a:solidFill>
                <a:srgbClr val="FFFFFF"/>
              </a:solidFill>
            </a:endParaRPr>
          </a:p>
        </p:txBody>
      </p:sp>
    </p:spTree>
    <p:extLst>
      <p:ext uri="{BB962C8B-B14F-4D97-AF65-F5344CB8AC3E}">
        <p14:creationId xmlns:p14="http://schemas.microsoft.com/office/powerpoint/2010/main" val="1548704769"/>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xmlns="" id="{04812C46-200A-4DEB-A05E-3ED6C68C23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video game">
            <a:extLst>
              <a:ext uri="{FF2B5EF4-FFF2-40B4-BE49-F238E27FC236}">
                <a16:creationId xmlns:a16="http://schemas.microsoft.com/office/drawing/2014/main" xmlns="" id="{FD66CCE7-4A29-44F8-98CE-D3E51E4511AC}"/>
              </a:ext>
            </a:extLst>
          </p:cNvPr>
          <p:cNvPicPr>
            <a:picLocks noChangeAspect="1"/>
          </p:cNvPicPr>
          <p:nvPr/>
        </p:nvPicPr>
        <p:blipFill>
          <a:blip r:embed="rId2">
            <a:extLst>
              <a:ext uri="{28A0092B-C50C-407E-A947-70E740481C1C}">
                <a14:useLocalDpi xmlns:a14="http://schemas.microsoft.com/office/drawing/2010/main" val="0"/>
              </a:ext>
            </a:extLst>
          </a:blip>
          <a:srcRect r="20336"/>
          <a:stretch>
            <a:fillRect/>
          </a:stretch>
        </p:blipFill>
        <p:spPr>
          <a:xfrm>
            <a:off x="1" y="10"/>
            <a:ext cx="9669642" cy="6857990"/>
          </a:xfrm>
          <a:prstGeom prst="rect">
            <a:avLst/>
          </a:prstGeom>
        </p:spPr>
      </p:pic>
      <p:sp>
        <p:nvSpPr>
          <p:cNvPr id="19" name="Rectangle 18">
            <a:extLst>
              <a:ext uri="{FF2B5EF4-FFF2-40B4-BE49-F238E27FC236}">
                <a16:creationId xmlns:a16="http://schemas.microsoft.com/office/drawing/2014/main" xmlns="" id="{D1EA859B-E555-4109-94F3-6700E046E0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75861DA8-2B86-A25F-A8E5-B69A383BA086}"/>
              </a:ext>
            </a:extLst>
          </p:cNvPr>
          <p:cNvSpPr>
            <a:spLocks noGrp="1"/>
          </p:cNvSpPr>
          <p:nvPr>
            <p:ph type="title"/>
          </p:nvPr>
        </p:nvSpPr>
        <p:spPr>
          <a:xfrm>
            <a:off x="6980663" y="1472776"/>
            <a:ext cx="4682397" cy="4113170"/>
          </a:xfrm>
        </p:spPr>
        <p:txBody>
          <a:bodyPr>
            <a:noAutofit/>
          </a:bodyPr>
          <a:lstStyle/>
          <a:p>
            <a:r>
              <a:rPr lang="ar-SA" sz="2400" b="1" dirty="0"/>
              <a:t>اللعبة شكلها بسيطة وملونة اللاعب موجود على اليسار واقف على ارضية عشبية وراها خشب وشجر صغير اللاعب شكله شخصية كرتونية بتحاول تتقدم لقدام</a:t>
            </a:r>
            <a:br>
              <a:rPr lang="ar-SA" sz="2400" b="1" dirty="0"/>
            </a:br>
            <a:r>
              <a:rPr lang="ar-SA" sz="2400" b="1" dirty="0"/>
              <a:t>قدام اللاعب في حفرة مليانة مسامير تحت يعني لو وقع فيها بخسر بعدين في بلوكات ترابية فوقها عشب وعلى اليمين في مرتفع صغير عليه بلوكات حجر ممكن اللاعب يقفز عليها ليمشي للجهة الثانية</a:t>
            </a:r>
            <a:br>
              <a:rPr lang="ar-SA" sz="2400" b="1" dirty="0"/>
            </a:br>
            <a:endParaRPr lang="en-US" sz="2400" b="1" dirty="0"/>
          </a:p>
        </p:txBody>
      </p:sp>
      <p:sp>
        <p:nvSpPr>
          <p:cNvPr id="20" name="Content Placeholder 8">
            <a:extLst>
              <a:ext uri="{FF2B5EF4-FFF2-40B4-BE49-F238E27FC236}">
                <a16:creationId xmlns:a16="http://schemas.microsoft.com/office/drawing/2014/main" xmlns="" id="{CFEB9F4F-0581-0957-D0BE-B21668EEEE94}"/>
              </a:ext>
            </a:extLst>
          </p:cNvPr>
          <p:cNvSpPr>
            <a:spLocks noGrp="1"/>
          </p:cNvSpPr>
          <p:nvPr>
            <p:ph idx="1"/>
          </p:nvPr>
        </p:nvSpPr>
        <p:spPr>
          <a:xfrm flipH="1" flipV="1">
            <a:off x="11353799" y="6176961"/>
            <a:ext cx="45719" cy="90023"/>
          </a:xfrm>
        </p:spPr>
        <p:txBody>
          <a:bodyPr>
            <a:normAutofit fontScale="25000" lnSpcReduction="20000"/>
          </a:bodyPr>
          <a:lstStyle/>
          <a:p>
            <a:endParaRPr lang="en-US" sz="2000" dirty="0"/>
          </a:p>
        </p:txBody>
      </p:sp>
    </p:spTree>
    <p:extLst>
      <p:ext uri="{BB962C8B-B14F-4D97-AF65-F5344CB8AC3E}">
        <p14:creationId xmlns:p14="http://schemas.microsoft.com/office/powerpoint/2010/main" val="3115475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04812C46-200A-4DEB-A05E-3ED6C68C23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video game&#10;&#10;AI-generated content may be incorrect.">
            <a:extLst>
              <a:ext uri="{FF2B5EF4-FFF2-40B4-BE49-F238E27FC236}">
                <a16:creationId xmlns:a16="http://schemas.microsoft.com/office/drawing/2014/main" xmlns="" id="{4CB29991-8516-8F3B-AE91-5C0737EB0D18}"/>
              </a:ext>
            </a:extLst>
          </p:cNvPr>
          <p:cNvPicPr>
            <a:picLocks noChangeAspect="1"/>
          </p:cNvPicPr>
          <p:nvPr/>
        </p:nvPicPr>
        <p:blipFill>
          <a:blip r:embed="rId2">
            <a:extLst>
              <a:ext uri="{28A0092B-C50C-407E-A947-70E740481C1C}">
                <a14:useLocalDpi xmlns:a14="http://schemas.microsoft.com/office/drawing/2010/main" val="0"/>
              </a:ext>
            </a:extLst>
          </a:blip>
          <a:srcRect l="5377" r="14958"/>
          <a:stretch>
            <a:fillRect/>
          </a:stretch>
        </p:blipFill>
        <p:spPr>
          <a:xfrm>
            <a:off x="1" y="10"/>
            <a:ext cx="9669642" cy="6857990"/>
          </a:xfrm>
          <a:prstGeom prst="rect">
            <a:avLst/>
          </a:prstGeom>
        </p:spPr>
      </p:pic>
      <p:sp>
        <p:nvSpPr>
          <p:cNvPr id="14" name="Rectangle 13">
            <a:extLst>
              <a:ext uri="{FF2B5EF4-FFF2-40B4-BE49-F238E27FC236}">
                <a16:creationId xmlns:a16="http://schemas.microsoft.com/office/drawing/2014/main" xmlns="" id="{D1EA859B-E555-4109-94F3-6700E046E0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1FD2719C-154B-B01F-FC97-AA032689828C}"/>
              </a:ext>
            </a:extLst>
          </p:cNvPr>
          <p:cNvSpPr>
            <a:spLocks noGrp="1"/>
          </p:cNvSpPr>
          <p:nvPr>
            <p:ph type="title"/>
          </p:nvPr>
        </p:nvSpPr>
        <p:spPr>
          <a:xfrm>
            <a:off x="8053644" y="1302327"/>
            <a:ext cx="4135307" cy="4874636"/>
          </a:xfrm>
        </p:spPr>
        <p:txBody>
          <a:bodyPr>
            <a:normAutofit/>
          </a:bodyPr>
          <a:lstStyle/>
          <a:p>
            <a:r>
              <a:rPr lang="ar-SA" sz="2400" b="1" dirty="0"/>
              <a:t>فوق الشاشة موجود شريط الحياة مرسوم على شكل قلب احمر طويل كل ما ينقص القلب تقل حياة اللاعب</a:t>
            </a:r>
            <a:br>
              <a:rPr lang="ar-SA" sz="2400" b="1" dirty="0"/>
            </a:br>
            <a:r>
              <a:rPr lang="ar-SA" sz="2400" b="1" dirty="0"/>
              <a:t>تحت شريط الحياة في جملة كل شيء داخل الشاشة فهو جزء من اللعبة وهي بتوضح انه كل العناصر اللي بتظهر على الشاشة قابلة للتفاعل ومهمة</a:t>
            </a:r>
            <a:br>
              <a:rPr lang="ar-SA" sz="2400" b="1" dirty="0"/>
            </a:br>
            <a:r>
              <a:rPr lang="ar-SA" sz="2400" b="1" dirty="0"/>
              <a:t>بالنص في ثلاثة ازرار كبيرة الاول على اليسار </a:t>
            </a:r>
            <a:r>
              <a:rPr lang="en-US" sz="2400" b="1" dirty="0"/>
              <a:t>quit </a:t>
            </a:r>
            <a:r>
              <a:rPr lang="ar-SA" sz="2400" b="1" dirty="0"/>
              <a:t>ومعناه خروج ويطلع اللاعب من اللعبة الثاني </a:t>
            </a:r>
            <a:r>
              <a:rPr lang="en-US" sz="2400" b="1" dirty="0"/>
              <a:t>menu </a:t>
            </a:r>
            <a:r>
              <a:rPr lang="ar-SA" sz="2400" b="1" dirty="0"/>
              <a:t>يرجع اللاعب للقائمة الرئيسية الثالث </a:t>
            </a:r>
            <a:r>
              <a:rPr lang="en-US" sz="2400" b="1" dirty="0"/>
              <a:t>play </a:t>
            </a:r>
            <a:r>
              <a:rPr lang="ar-SA" sz="2400" b="1" dirty="0"/>
              <a:t>يكمل اللاعب اللعب او يعيد التحرك واللعب</a:t>
            </a:r>
            <a:br>
              <a:rPr lang="ar-SA" sz="2400" b="1" dirty="0"/>
            </a:br>
            <a:endParaRPr lang="en-US" sz="2400" b="1" dirty="0"/>
          </a:p>
        </p:txBody>
      </p:sp>
      <p:sp>
        <p:nvSpPr>
          <p:cNvPr id="9" name="Content Placeholder 8">
            <a:extLst>
              <a:ext uri="{FF2B5EF4-FFF2-40B4-BE49-F238E27FC236}">
                <a16:creationId xmlns:a16="http://schemas.microsoft.com/office/drawing/2014/main" xmlns="" id="{06BC09F4-06EF-AC5E-D1F0-AAC7DC0A6A64}"/>
              </a:ext>
            </a:extLst>
          </p:cNvPr>
          <p:cNvSpPr>
            <a:spLocks noGrp="1"/>
          </p:cNvSpPr>
          <p:nvPr>
            <p:ph idx="1"/>
          </p:nvPr>
        </p:nvSpPr>
        <p:spPr>
          <a:xfrm flipH="1" flipV="1">
            <a:off x="11353799" y="6176963"/>
            <a:ext cx="45719" cy="85292"/>
          </a:xfrm>
        </p:spPr>
        <p:txBody>
          <a:bodyPr>
            <a:normAutofit fontScale="25000" lnSpcReduction="20000"/>
          </a:bodyPr>
          <a:lstStyle/>
          <a:p>
            <a:endParaRPr lang="en-US" sz="2000"/>
          </a:p>
        </p:txBody>
      </p:sp>
    </p:spTree>
    <p:extLst>
      <p:ext uri="{BB962C8B-B14F-4D97-AF65-F5344CB8AC3E}">
        <p14:creationId xmlns:p14="http://schemas.microsoft.com/office/powerpoint/2010/main" val="2141779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xmlns="" id="{3BA513B0-82FF-4F41-8178-885375D1CFB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video game with a person on a red sword&#10;&#10;AI-generated content may be incorrect.">
            <a:extLst>
              <a:ext uri="{FF2B5EF4-FFF2-40B4-BE49-F238E27FC236}">
                <a16:creationId xmlns:a16="http://schemas.microsoft.com/office/drawing/2014/main" xmlns="" id="{8B2CDDA5-4BBA-56DA-D3A0-6BEB32976049}"/>
              </a:ext>
            </a:extLst>
          </p:cNvPr>
          <p:cNvPicPr>
            <a:picLocks noChangeAspect="1"/>
          </p:cNvPicPr>
          <p:nvPr/>
        </p:nvPicPr>
        <p:blipFill>
          <a:blip r:embed="rId2">
            <a:extLst>
              <a:ext uri="{28A0092B-C50C-407E-A947-70E740481C1C}">
                <a14:useLocalDpi xmlns:a14="http://schemas.microsoft.com/office/drawing/2010/main" val="0"/>
              </a:ext>
            </a:extLst>
          </a:blip>
          <a:srcRect t="32451" r="-1" b="-1"/>
          <a:stretch>
            <a:fillRect/>
          </a:stretch>
        </p:blipFill>
        <p:spPr>
          <a:xfrm>
            <a:off x="-1" y="10"/>
            <a:ext cx="12228129" cy="4666928"/>
          </a:xfrm>
          <a:prstGeom prst="rect">
            <a:avLst/>
          </a:prstGeom>
        </p:spPr>
      </p:pic>
      <p:grpSp>
        <p:nvGrpSpPr>
          <p:cNvPr id="21" name="Group 20">
            <a:extLst>
              <a:ext uri="{FF2B5EF4-FFF2-40B4-BE49-F238E27FC236}">
                <a16:creationId xmlns:a16="http://schemas.microsoft.com/office/drawing/2014/main" xmlns="" id="{93DB8501-F9F2-4ACD-B56A-9019CD5006D6}"/>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305" y="2987478"/>
            <a:ext cx="12228128" cy="1828800"/>
            <a:chOff x="-305" y="2987478"/>
            <a:chExt cx="12188952" cy="1828800"/>
          </a:xfrm>
        </p:grpSpPr>
        <p:sp>
          <p:nvSpPr>
            <p:cNvPr id="22" name="Freeform: Shape 21">
              <a:extLst>
                <a:ext uri="{FF2B5EF4-FFF2-40B4-BE49-F238E27FC236}">
                  <a16:creationId xmlns:a16="http://schemas.microsoft.com/office/drawing/2014/main" xmlns="" id="{DD03A94A-ADF5-4334-86B1-DBA5F70ACDA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xmlns="" id="{385A18E1-CBE3-4BBD-B1B7-CDBCA685E01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xmlns="" id="{133EDCAA-1D6C-4710-9DA1-C7FC946D8EE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25" name="Freeform: Shape 24">
              <a:extLst>
                <a:ext uri="{FF2B5EF4-FFF2-40B4-BE49-F238E27FC236}">
                  <a16:creationId xmlns:a16="http://schemas.microsoft.com/office/drawing/2014/main" xmlns="" id="{3916FBF2-1CC9-460D-A42B-FB77E515ECC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xmlns="" id="{563E57A5-065D-7D72-6E07-C8AB7548EC57}"/>
              </a:ext>
            </a:extLst>
          </p:cNvPr>
          <p:cNvSpPr>
            <a:spLocks noGrp="1"/>
          </p:cNvSpPr>
          <p:nvPr>
            <p:ph type="title"/>
          </p:nvPr>
        </p:nvSpPr>
        <p:spPr>
          <a:xfrm>
            <a:off x="446049" y="3660469"/>
            <a:ext cx="10623025" cy="3131470"/>
          </a:xfrm>
        </p:spPr>
        <p:txBody>
          <a:bodyPr>
            <a:noAutofit/>
          </a:bodyPr>
          <a:lstStyle/>
          <a:p>
            <a:r>
              <a:rPr lang="ar-SA" sz="2400" b="1" dirty="0"/>
              <a:t>المشهد يعرض اللاعب على اليمين فوق واقف على منصة لونها احمر شكلها زي شريط الحياة لكن هون مستخدمة كمنصة يحمل اللاعب ويوقف عليها المنصة مرتفعة فوق مستوى الارض الاساسية وتوصل تقريبا للباب اللي موجود على اقصى اليمين والباب هو هدف المرحلة اللي اللاعب لازم يوصل له</a:t>
            </a:r>
            <a:br>
              <a:rPr lang="ar-SA" sz="2400" b="1" dirty="0"/>
            </a:br>
            <a:r>
              <a:rPr lang="ar-SA" sz="2400" b="1" dirty="0"/>
              <a:t>الخلفية عبارة عن سماء فاتحة فيها غيوم ملتفة وطيور مرسومة بشكل بسيط وجبال زرقا بعيدة وشجر على الجانبين يعطي جو كرتوني لطيف</a:t>
            </a:r>
            <a:br>
              <a:rPr lang="ar-SA" sz="2400" b="1" dirty="0"/>
            </a:br>
            <a:r>
              <a:rPr lang="ar-SA" sz="2400" b="1" dirty="0"/>
              <a:t>تحت المنصة الحمراء اللي واقف عليها اللاعب في منطقة خطرة فيها مسامير كثيرة ممتدة على الارض ولو وقع اللاعب عليها بموت مباشرة</a:t>
            </a:r>
            <a:br>
              <a:rPr lang="ar-SA" sz="2400" b="1" dirty="0"/>
            </a:br>
            <a:endParaRPr lang="en-US" sz="2400" b="1" dirty="0">
              <a:solidFill>
                <a:schemeClr val="tx2"/>
              </a:solidFill>
            </a:endParaRPr>
          </a:p>
        </p:txBody>
      </p:sp>
      <p:sp>
        <p:nvSpPr>
          <p:cNvPr id="9" name="Content Placeholder 8">
            <a:extLst>
              <a:ext uri="{FF2B5EF4-FFF2-40B4-BE49-F238E27FC236}">
                <a16:creationId xmlns:a16="http://schemas.microsoft.com/office/drawing/2014/main" xmlns="" id="{DC4D6A76-DE3A-D03D-01A5-BF638DCE5A0A}"/>
              </a:ext>
            </a:extLst>
          </p:cNvPr>
          <p:cNvSpPr>
            <a:spLocks noGrp="1"/>
          </p:cNvSpPr>
          <p:nvPr>
            <p:ph idx="1"/>
          </p:nvPr>
        </p:nvSpPr>
        <p:spPr>
          <a:xfrm>
            <a:off x="11350939" y="6015253"/>
            <a:ext cx="45719" cy="45719"/>
          </a:xfrm>
        </p:spPr>
        <p:txBody>
          <a:bodyPr anchor="ctr">
            <a:normAutofit fontScale="25000" lnSpcReduction="20000"/>
          </a:bodyPr>
          <a:lstStyle/>
          <a:p>
            <a:endParaRPr lang="en-US" sz="1800" dirty="0">
              <a:solidFill>
                <a:schemeClr val="tx2"/>
              </a:solidFill>
            </a:endParaRPr>
          </a:p>
        </p:txBody>
      </p:sp>
    </p:spTree>
    <p:extLst>
      <p:ext uri="{BB962C8B-B14F-4D97-AF65-F5344CB8AC3E}">
        <p14:creationId xmlns:p14="http://schemas.microsoft.com/office/powerpoint/2010/main" val="1107483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C0A1ED06-4733-4020-9C60-81D4D80140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B0CA3509-3AF9-45FE-93ED-57BB5D5E8E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video game&#10;&#10;AI-generated content may be incorrect.">
            <a:extLst>
              <a:ext uri="{FF2B5EF4-FFF2-40B4-BE49-F238E27FC236}">
                <a16:creationId xmlns:a16="http://schemas.microsoft.com/office/drawing/2014/main" xmlns="" id="{B07EBD9C-730C-86EB-6945-16E64F2F709E}"/>
              </a:ext>
            </a:extLst>
          </p:cNvPr>
          <p:cNvPicPr>
            <a:picLocks noChangeAspect="1"/>
          </p:cNvPicPr>
          <p:nvPr/>
        </p:nvPicPr>
        <p:blipFill>
          <a:blip r:embed="rId2">
            <a:alphaModFix amt="60000"/>
            <a:extLst>
              <a:ext uri="{28A0092B-C50C-407E-A947-70E740481C1C}">
                <a14:useLocalDpi xmlns:a14="http://schemas.microsoft.com/office/drawing/2010/main" val="0"/>
              </a:ext>
            </a:extLst>
          </a:blip>
          <a:srcRect b="2270"/>
          <a:stretch>
            <a:fillRect/>
          </a:stretch>
        </p:blipFill>
        <p:spPr>
          <a:xfrm>
            <a:off x="180975" y="182880"/>
            <a:ext cx="11823637" cy="6499784"/>
          </a:xfrm>
          <a:prstGeom prst="rect">
            <a:avLst/>
          </a:prstGeom>
        </p:spPr>
      </p:pic>
      <p:sp>
        <p:nvSpPr>
          <p:cNvPr id="2" name="Title 1">
            <a:extLst>
              <a:ext uri="{FF2B5EF4-FFF2-40B4-BE49-F238E27FC236}">
                <a16:creationId xmlns:a16="http://schemas.microsoft.com/office/drawing/2014/main" xmlns="" id="{670444AA-7F7E-3E0A-0DFB-44BA9CE6D6F8}"/>
              </a:ext>
            </a:extLst>
          </p:cNvPr>
          <p:cNvSpPr>
            <a:spLocks noGrp="1"/>
          </p:cNvSpPr>
          <p:nvPr>
            <p:ph type="title"/>
          </p:nvPr>
        </p:nvSpPr>
        <p:spPr>
          <a:xfrm>
            <a:off x="461355" y="3429001"/>
            <a:ext cx="11148753" cy="3246120"/>
          </a:xfrm>
        </p:spPr>
        <p:txBody>
          <a:bodyPr anchor="b">
            <a:noAutofit/>
          </a:bodyPr>
          <a:lstStyle/>
          <a:p>
            <a:r>
              <a:rPr lang="ar-SA" sz="2400" b="1" dirty="0"/>
              <a:t>هاي الصورة بتبين المرحلة الثانيةالمشهد مقسم لمنطقتين مرتفعتين واحدة على اليسار وواحدة على اليمين بينهم نهر كبير لونه ازرق فاتح مليان تموجات مائية والشخصية موجودة فوق المرتفع اللي على اليمين واقفة جنب باب نهاية المرحلة اللي اللاعب لازم يوصل له</a:t>
            </a:r>
            <a:br>
              <a:rPr lang="ar-SA" sz="2400" b="1" dirty="0"/>
            </a:br>
            <a:r>
              <a:rPr lang="ar-SA" sz="2400" b="1" dirty="0"/>
              <a:t>على اليسار في جزيرة صغيرة فيها شجرة نخيل طويلة وارض خضرا وتحتها تربة بنية حجرية وبعد الشجرة مباشرة في بوابة سوداء كأنها مدخل او عنصر تفاعلي</a:t>
            </a:r>
            <a:br>
              <a:rPr lang="ar-SA" sz="2400" b="1" dirty="0"/>
            </a:br>
            <a:r>
              <a:rPr lang="ar-SA" sz="2400" b="1" dirty="0"/>
              <a:t>وسط الشاشة معروض ثلاثة ازرار كبيرة </a:t>
            </a:r>
            <a:r>
              <a:rPr lang="en-US" sz="2400" b="1" dirty="0"/>
              <a:t>quit </a:t>
            </a:r>
            <a:r>
              <a:rPr lang="ar-SA" sz="2400" b="1" dirty="0"/>
              <a:t>للخروج </a:t>
            </a:r>
            <a:r>
              <a:rPr lang="en-US" sz="2400" b="1" dirty="0"/>
              <a:t>menu </a:t>
            </a:r>
            <a:r>
              <a:rPr lang="ar-SA" sz="2400" b="1" dirty="0"/>
              <a:t>للرجوع للقائمة </a:t>
            </a:r>
            <a:r>
              <a:rPr lang="en-US" sz="2400" b="1" dirty="0"/>
              <a:t>play </a:t>
            </a:r>
            <a:r>
              <a:rPr lang="ar-SA" sz="2400" b="1" dirty="0"/>
              <a:t>للاستمرار باللعب</a:t>
            </a:r>
            <a:br>
              <a:rPr lang="ar-SA" sz="2400" b="1" dirty="0"/>
            </a:br>
            <a:r>
              <a:rPr lang="ar-SA" sz="2400" b="1" dirty="0"/>
              <a:t>قدام الازرار في طيرين شكلهم كرتوني يطيروا داخل الشاشة ويعطوا الحركة جو مرح للعب</a:t>
            </a:r>
            <a:br>
              <a:rPr lang="ar-SA" sz="2400" b="1" dirty="0"/>
            </a:br>
            <a:endParaRPr lang="en-US" sz="2400" b="1" dirty="0">
              <a:solidFill>
                <a:srgbClr val="FFFFFF"/>
              </a:solidFill>
            </a:endParaRPr>
          </a:p>
        </p:txBody>
      </p:sp>
      <p:sp>
        <p:nvSpPr>
          <p:cNvPr id="9" name="Content Placeholder 8">
            <a:extLst>
              <a:ext uri="{FF2B5EF4-FFF2-40B4-BE49-F238E27FC236}">
                <a16:creationId xmlns:a16="http://schemas.microsoft.com/office/drawing/2014/main" xmlns="" id="{2869EF92-B7E2-41B4-3983-928A5D91F66F}"/>
              </a:ext>
            </a:extLst>
          </p:cNvPr>
          <p:cNvSpPr>
            <a:spLocks noGrp="1"/>
          </p:cNvSpPr>
          <p:nvPr>
            <p:ph idx="1"/>
          </p:nvPr>
        </p:nvSpPr>
        <p:spPr>
          <a:xfrm flipV="1">
            <a:off x="10957698" y="6114757"/>
            <a:ext cx="45719" cy="119787"/>
          </a:xfrm>
        </p:spPr>
        <p:txBody>
          <a:bodyPr>
            <a:normAutofit fontScale="25000" lnSpcReduction="20000"/>
          </a:bodyPr>
          <a:lstStyle/>
          <a:p>
            <a:endParaRPr lang="en-US" sz="2000" dirty="0">
              <a:solidFill>
                <a:srgbClr val="FFFFFF"/>
              </a:solidFill>
            </a:endParaRPr>
          </a:p>
        </p:txBody>
      </p:sp>
    </p:spTree>
    <p:extLst>
      <p:ext uri="{BB962C8B-B14F-4D97-AF65-F5344CB8AC3E}">
        <p14:creationId xmlns:p14="http://schemas.microsoft.com/office/powerpoint/2010/main" val="3622370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C0A1ED06-4733-4020-9C60-81D4D80140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B0CA3509-3AF9-45FE-93ED-57BB5D5E8E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video game&#10;&#10;AI-generated content may be incorrect.">
            <a:extLst>
              <a:ext uri="{FF2B5EF4-FFF2-40B4-BE49-F238E27FC236}">
                <a16:creationId xmlns:a16="http://schemas.microsoft.com/office/drawing/2014/main" xmlns="" id="{88654980-7709-3622-113B-5AAFB052F4FC}"/>
              </a:ext>
            </a:extLst>
          </p:cNvPr>
          <p:cNvPicPr>
            <a:picLocks noChangeAspect="1"/>
          </p:cNvPicPr>
          <p:nvPr/>
        </p:nvPicPr>
        <p:blipFill>
          <a:blip r:embed="rId2">
            <a:alphaModFix amt="60000"/>
            <a:extLst>
              <a:ext uri="{28A0092B-C50C-407E-A947-70E740481C1C}">
                <a14:useLocalDpi xmlns:a14="http://schemas.microsoft.com/office/drawing/2010/main" val="0"/>
              </a:ext>
            </a:extLst>
          </a:blip>
          <a:srcRect t="1394"/>
          <a:stretch>
            <a:fillRect/>
          </a:stretch>
        </p:blipFill>
        <p:spPr>
          <a:xfrm>
            <a:off x="180975" y="182880"/>
            <a:ext cx="11823637" cy="6499784"/>
          </a:xfrm>
          <a:prstGeom prst="rect">
            <a:avLst/>
          </a:prstGeom>
        </p:spPr>
      </p:pic>
      <p:sp>
        <p:nvSpPr>
          <p:cNvPr id="2" name="Title 1">
            <a:extLst>
              <a:ext uri="{FF2B5EF4-FFF2-40B4-BE49-F238E27FC236}">
                <a16:creationId xmlns:a16="http://schemas.microsoft.com/office/drawing/2014/main" xmlns="" id="{03745D5D-2BC9-4754-A0E1-40FEFAC36CB1}"/>
              </a:ext>
            </a:extLst>
          </p:cNvPr>
          <p:cNvSpPr>
            <a:spLocks noGrp="1"/>
          </p:cNvSpPr>
          <p:nvPr>
            <p:ph type="title"/>
          </p:nvPr>
        </p:nvSpPr>
        <p:spPr>
          <a:xfrm>
            <a:off x="838199" y="182880"/>
            <a:ext cx="10402229" cy="3246119"/>
          </a:xfrm>
        </p:spPr>
        <p:txBody>
          <a:bodyPr anchor="b">
            <a:noAutofit/>
          </a:bodyPr>
          <a:lstStyle/>
          <a:p>
            <a:r>
              <a:rPr lang="ar-SA" sz="3200" b="1" dirty="0"/>
              <a:t>هاذ المشهد هو مشهد الفوز في اللعبة وفيه الاشياء التالية</a:t>
            </a:r>
            <a:br>
              <a:rPr lang="ar-SA" sz="3200" b="1" dirty="0"/>
            </a:br>
            <a:r>
              <a:rPr lang="ar-SA" sz="3200" b="1" dirty="0"/>
              <a:t>الخلفية فيها قصر كبير وجبال خضرا</a:t>
            </a:r>
            <a:br>
              <a:rPr lang="ar-SA" sz="3200" b="1" dirty="0"/>
            </a:br>
            <a:r>
              <a:rPr lang="ar-SA" sz="3200" b="1" dirty="0"/>
              <a:t>نص تهنئة بيحكي انك انهيت اللعبة</a:t>
            </a:r>
            <a:br>
              <a:rPr lang="ar-SA" sz="3200" b="1" dirty="0"/>
            </a:br>
            <a:r>
              <a:rPr lang="ar-SA" sz="3200" b="1" dirty="0"/>
              <a:t>زر اعادة اللعب</a:t>
            </a:r>
            <a:br>
              <a:rPr lang="ar-SA" sz="3200" b="1" dirty="0"/>
            </a:br>
            <a:r>
              <a:rPr lang="ar-SA" sz="3200" b="1" dirty="0"/>
              <a:t>زر الخروج من اللعبة</a:t>
            </a:r>
            <a:br>
              <a:rPr lang="ar-SA" sz="3200" b="1" dirty="0"/>
            </a:br>
            <a:endParaRPr lang="en-US" sz="3200" b="1" dirty="0">
              <a:solidFill>
                <a:srgbClr val="FFFFFF"/>
              </a:solidFill>
            </a:endParaRPr>
          </a:p>
        </p:txBody>
      </p:sp>
      <p:sp>
        <p:nvSpPr>
          <p:cNvPr id="9" name="Content Placeholder 8">
            <a:extLst>
              <a:ext uri="{FF2B5EF4-FFF2-40B4-BE49-F238E27FC236}">
                <a16:creationId xmlns:a16="http://schemas.microsoft.com/office/drawing/2014/main" xmlns="" id="{A57A7370-30F4-92A1-DEDD-55F9785875A6}"/>
              </a:ext>
            </a:extLst>
          </p:cNvPr>
          <p:cNvSpPr>
            <a:spLocks noGrp="1"/>
          </p:cNvSpPr>
          <p:nvPr>
            <p:ph idx="1"/>
          </p:nvPr>
        </p:nvSpPr>
        <p:spPr>
          <a:xfrm flipH="1" flipV="1">
            <a:off x="11003417" y="6114757"/>
            <a:ext cx="45719" cy="218047"/>
          </a:xfrm>
        </p:spPr>
        <p:txBody>
          <a:bodyPr>
            <a:normAutofit fontScale="47500" lnSpcReduction="20000"/>
          </a:bodyPr>
          <a:lstStyle/>
          <a:p>
            <a:endParaRPr lang="en-US" sz="2000" dirty="0">
              <a:solidFill>
                <a:srgbClr val="FFFFFF"/>
              </a:solidFill>
            </a:endParaRPr>
          </a:p>
        </p:txBody>
      </p:sp>
    </p:spTree>
    <p:extLst>
      <p:ext uri="{BB962C8B-B14F-4D97-AF65-F5344CB8AC3E}">
        <p14:creationId xmlns:p14="http://schemas.microsoft.com/office/powerpoint/2010/main" val="13460762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تدفق">
  <a:themeElements>
    <a:clrScheme name="تدفق">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تدفق">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تدفق">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Flow</Template>
  <TotalTime>18</TotalTime>
  <Words>250</Words>
  <Application>Microsoft Office PowerPoint</Application>
  <PresentationFormat>مخصص</PresentationFormat>
  <Paragraphs>17</Paragraphs>
  <Slides>7</Slides>
  <Notes>1</Notes>
  <HiddenSlides>0</HiddenSlides>
  <MMClips>0</MMClips>
  <ScaleCrop>false</ScaleCrop>
  <HeadingPairs>
    <vt:vector size="4" baseType="variant">
      <vt:variant>
        <vt:lpstr>نسق</vt:lpstr>
      </vt:variant>
      <vt:variant>
        <vt:i4>1</vt:i4>
      </vt:variant>
      <vt:variant>
        <vt:lpstr>عناوين الشرائح</vt:lpstr>
      </vt:variant>
      <vt:variant>
        <vt:i4>7</vt:i4>
      </vt:variant>
    </vt:vector>
  </HeadingPairs>
  <TitlesOfParts>
    <vt:vector size="8" baseType="lpstr">
      <vt:lpstr>تدفق</vt:lpstr>
      <vt:lpstr>عرض تقديمي في PowerPoint</vt:lpstr>
      <vt:lpstr>عرض تقديمي في PowerPoint</vt:lpstr>
      <vt:lpstr>اللعبة شكلها بسيطة وملونة اللاعب موجود على اليسار واقف على ارضية عشبية وراها خشب وشجر صغير اللاعب شكله شخصية كرتونية بتحاول تتقدم لقدام قدام اللاعب في حفرة مليانة مسامير تحت يعني لو وقع فيها بخسر بعدين في بلوكات ترابية فوقها عشب وعلى اليمين في مرتفع صغير عليه بلوكات حجر ممكن اللاعب يقفز عليها ليمشي للجهة الثانية </vt:lpstr>
      <vt:lpstr>فوق الشاشة موجود شريط الحياة مرسوم على شكل قلب احمر طويل كل ما ينقص القلب تقل حياة اللاعب تحت شريط الحياة في جملة كل شيء داخل الشاشة فهو جزء من اللعبة وهي بتوضح انه كل العناصر اللي بتظهر على الشاشة قابلة للتفاعل ومهمة بالنص في ثلاثة ازرار كبيرة الاول على اليسار quit ومعناه خروج ويطلع اللاعب من اللعبة الثاني menu يرجع اللاعب للقائمة الرئيسية الثالث play يكمل اللاعب اللعب او يعيد التحرك واللعب </vt:lpstr>
      <vt:lpstr>المشهد يعرض اللاعب على اليمين فوق واقف على منصة لونها احمر شكلها زي شريط الحياة لكن هون مستخدمة كمنصة يحمل اللاعب ويوقف عليها المنصة مرتفعة فوق مستوى الارض الاساسية وتوصل تقريبا للباب اللي موجود على اقصى اليمين والباب هو هدف المرحلة اللي اللاعب لازم يوصل له الخلفية عبارة عن سماء فاتحة فيها غيوم ملتفة وطيور مرسومة بشكل بسيط وجبال زرقا بعيدة وشجر على الجانبين يعطي جو كرتوني لطيف تحت المنصة الحمراء اللي واقف عليها اللاعب في منطقة خطرة فيها مسامير كثيرة ممتدة على الارض ولو وقع اللاعب عليها بموت مباشرة </vt:lpstr>
      <vt:lpstr>هاي الصورة بتبين المرحلة الثانيةالمشهد مقسم لمنطقتين مرتفعتين واحدة على اليسار وواحدة على اليمين بينهم نهر كبير لونه ازرق فاتح مليان تموجات مائية والشخصية موجودة فوق المرتفع اللي على اليمين واقفة جنب باب نهاية المرحلة اللي اللاعب لازم يوصل له على اليسار في جزيرة صغيرة فيها شجرة نخيل طويلة وارض خضرا وتحتها تربة بنية حجرية وبعد الشجرة مباشرة في بوابة سوداء كأنها مدخل او عنصر تفاعلي وسط الشاشة معروض ثلاثة ازرار كبيرة quit للخروج menu للرجوع للقائمة play للاستمرار باللعب قدام الازرار في طيرين شكلهم كرتوني يطيروا داخل الشاشة ويعطوا الحركة جو مرح للعب </vt:lpstr>
      <vt:lpstr>هاذ المشهد هو مشهد الفوز في اللعبة وفيه الاشياء التالية الخلفية فيها قصر كبير وجبال خضرا نص تهنئة بيحكي انك انهيت اللعبة زر اعادة اللعب زر الخروج من اللعبة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faisal khouli</dc:creator>
  <cp:lastModifiedBy>PC</cp:lastModifiedBy>
  <cp:revision>2</cp:revision>
  <dcterms:created xsi:type="dcterms:W3CDTF">2025-11-14T20:09:11Z</dcterms:created>
  <dcterms:modified xsi:type="dcterms:W3CDTF">2025-11-14T20:32:20Z</dcterms:modified>
</cp:coreProperties>
</file>